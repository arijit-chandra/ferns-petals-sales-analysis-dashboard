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Ferns &amp; Petals (FNP)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Dashboard Insights (2023)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Revenue: INR 3,520,984</a:t>
            </a:r>
          </a:p>
          <a:p>
            <a:r>
              <a:rPr dirty="0"/>
              <a:t>Total Orders: 1,000</a:t>
            </a:r>
          </a:p>
          <a:p>
            <a:r>
              <a:rPr dirty="0"/>
              <a:t>Average Customer Spending: INR 3,520.98</a:t>
            </a:r>
          </a:p>
          <a:p>
            <a:r>
              <a:rPr dirty="0"/>
              <a:t>Average Delivery Time: 5.53 Days</a:t>
            </a:r>
          </a:p>
          <a:p>
            <a:endParaRPr dirty="0"/>
          </a:p>
          <a:p>
            <a:r>
              <a:rPr dirty="0"/>
              <a:t>These metrics indicate strong customer spending behavior and stable operational delivery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Sales fluctuate throughout the year with major peaks during seasonal and festive months.</a:t>
            </a:r>
          </a:p>
          <a:p>
            <a:r>
              <a:rPr dirty="0"/>
              <a:t>High spikes observed during Raksha Bandhan and Valentine-related periods.</a:t>
            </a:r>
          </a:p>
          <a:p>
            <a:r>
              <a:rPr dirty="0"/>
              <a:t>Lower performance in mid-year months suggests potential marketing opportunities.</a:t>
            </a:r>
          </a:p>
          <a:p>
            <a:endParaRPr dirty="0"/>
          </a:p>
          <a:p>
            <a:r>
              <a:rPr dirty="0"/>
              <a:t>Recommendation: Focus promotional campaigns during slower months to balance revenue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Magnam</a:t>
            </a:r>
            <a:r>
              <a:rPr lang="en-US" b="1" dirty="0"/>
              <a:t> Set, Quia Gift, Dolores Gift, Harum Pack, and </a:t>
            </a:r>
            <a:r>
              <a:rPr lang="en-US" b="1" dirty="0" err="1"/>
              <a:t>Dignissimos</a:t>
            </a:r>
            <a:r>
              <a:rPr lang="en-US" b="1" dirty="0"/>
              <a:t> Pack</a:t>
            </a:r>
            <a:r>
              <a:rPr lang="en-US" dirty="0"/>
              <a:t> are the top revenue-generating products.</a:t>
            </a:r>
          </a:p>
          <a:p>
            <a:r>
              <a:rPr lang="en-US" dirty="0"/>
              <a:t>Gift bundles and decorative items drive higher customer spending.</a:t>
            </a:r>
          </a:p>
          <a:p>
            <a:r>
              <a:rPr lang="en-US" dirty="0"/>
              <a:t>These Top 5 products contribute a significant portion of total revenue.</a:t>
            </a:r>
          </a:p>
          <a:p>
            <a:endParaRPr lang="en-US" dirty="0"/>
          </a:p>
          <a:p>
            <a:r>
              <a:rPr lang="en-US" dirty="0"/>
              <a:t>Recommendation: Increase inventory and marketing focus on to maximize revenue during peak occasions. </a:t>
            </a:r>
            <a:r>
              <a:rPr lang="en-US" dirty="0" err="1"/>
              <a:t>Magnam</a:t>
            </a:r>
            <a:r>
              <a:rPr lang="en-US" dirty="0"/>
              <a:t> Set, Quia Gift, Dolores Gift, Harum Pack, and </a:t>
            </a:r>
            <a:r>
              <a:rPr lang="en-US" dirty="0" err="1"/>
              <a:t>Dignissimos</a:t>
            </a:r>
            <a:r>
              <a:rPr lang="en-US" dirty="0"/>
              <a:t> Pack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Order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Imphal, Dhanbad, Kavali, and Haridwar</a:t>
            </a:r>
            <a:r>
              <a:rPr lang="en-US" dirty="0"/>
              <a:t> generate the highest number of orders among all cities.</a:t>
            </a:r>
          </a:p>
          <a:p>
            <a:r>
              <a:rPr lang="en-US" b="1" dirty="0" err="1"/>
              <a:t>Bidhanagar</a:t>
            </a:r>
            <a:r>
              <a:rPr lang="en-US" b="1" dirty="0"/>
              <a:t>, Durgapur, and </a:t>
            </a:r>
            <a:r>
              <a:rPr lang="en-US" b="1" dirty="0" err="1"/>
              <a:t>Gunakal</a:t>
            </a:r>
            <a:r>
              <a:rPr lang="en-US" dirty="0"/>
              <a:t> also contribute a significant share of total orders.</a:t>
            </a:r>
          </a:p>
          <a:p>
            <a:r>
              <a:rPr lang="en-US" dirty="0"/>
              <a:t>These urban and tier-2 cities show strong demand for gifting services, indicating a wide geographic customer base.</a:t>
            </a:r>
          </a:p>
          <a:p>
            <a:endParaRPr lang="en-US" dirty="0"/>
          </a:p>
          <a:p>
            <a:r>
              <a:rPr lang="en-US" dirty="0"/>
              <a:t>Recommendation: Optimize delivery logistics and inventory distribution in </a:t>
            </a:r>
            <a:r>
              <a:rPr lang="en-US" b="1" dirty="0"/>
              <a:t>Imphal, Dhanbad, Kavali, Haridwar, and </a:t>
            </a:r>
            <a:r>
              <a:rPr lang="en-US" b="1" dirty="0" err="1"/>
              <a:t>Bidhanagar</a:t>
            </a:r>
            <a:r>
              <a:rPr lang="en-US" dirty="0"/>
              <a:t> to reduce delivery time and improve customer 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Occasion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Anniversaries and Raksha Bandhan generate the highest revenue.</a:t>
            </a:r>
          </a:p>
          <a:p>
            <a:r>
              <a:rPr dirty="0"/>
              <a:t>Valentine’s Day and Holi also contribute strong seasonal demand.</a:t>
            </a:r>
          </a:p>
          <a:p>
            <a:r>
              <a:rPr dirty="0"/>
              <a:t>Occasion-driven purchasing is a key revenue driver for FNP.</a:t>
            </a:r>
          </a:p>
          <a:p>
            <a:endParaRPr dirty="0"/>
          </a:p>
          <a:p>
            <a:r>
              <a:rPr dirty="0"/>
              <a:t>Recommendation: Launch targeted campaigns before major occasions.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Quantity vs Delivery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Average delivery time remains around 5–6 days.</a:t>
            </a:r>
          </a:p>
          <a:p>
            <a:r>
              <a:rPr dirty="0"/>
              <a:t>No major operational delays observed despite order volume.</a:t>
            </a:r>
          </a:p>
          <a:p>
            <a:r>
              <a:rPr dirty="0"/>
              <a:t>Logistics efficiency remains stable across demand spikes.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fnp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3929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Increase marketing campaigns during low‑sales months.</a:t>
            </a:r>
          </a:p>
          <a:p>
            <a:r>
              <a:rPr dirty="0"/>
              <a:t>Prioritize top-performing products in promotions.</a:t>
            </a:r>
          </a:p>
          <a:p>
            <a:r>
              <a:rPr dirty="0"/>
              <a:t>Prepare inventory ahead of major gifting occasions.</a:t>
            </a:r>
          </a:p>
          <a:p>
            <a:r>
              <a:rPr dirty="0"/>
              <a:t>Improve logistics infrastructure in high‑order cities.</a:t>
            </a:r>
          </a:p>
          <a:p>
            <a:r>
              <a:rPr dirty="0"/>
              <a:t>Introduce occasion-based product bundles to increase average order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380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Ferns &amp; Petals (FNP) Sales Analysis</vt:lpstr>
      <vt:lpstr>Key Business Metrics</vt:lpstr>
      <vt:lpstr>Monthly Sales Performance</vt:lpstr>
      <vt:lpstr>Top Product Performance</vt:lpstr>
      <vt:lpstr>Top Cities by Order Volume</vt:lpstr>
      <vt:lpstr>Revenue by Occasion</vt:lpstr>
      <vt:lpstr>Order Quantity vs Delivery Time</vt:lpstr>
      <vt:lpstr>Dashboard Overview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 Moon</cp:lastModifiedBy>
  <cp:revision>2</cp:revision>
  <dcterms:created xsi:type="dcterms:W3CDTF">2013-01-27T09:14:16Z</dcterms:created>
  <dcterms:modified xsi:type="dcterms:W3CDTF">2026-03-13T06:49:20Z</dcterms:modified>
  <cp:category/>
</cp:coreProperties>
</file>